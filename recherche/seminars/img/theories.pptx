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/>
    <p:restoredTop sz="94668"/>
  </p:normalViewPr>
  <p:slideViewPr>
    <p:cSldViewPr snapToGrid="0">
      <p:cViewPr varScale="1">
        <p:scale>
          <a:sx n="119" d="100"/>
          <a:sy n="119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820A-FDEA-073D-18AA-84A479AC8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3A07B-79E9-5890-C4F6-EDD74840F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2F2B5-3F12-3922-E6B6-A0525526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B39E8-FB99-20C8-55DB-9BF12AFF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CCDF8-136C-AAB4-3F7A-0A09C300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2731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FA32-D54C-166F-A69C-A632752F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AAC91-A7BE-C321-FDB9-9DA2EA6D9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D0B56-7C33-4942-DFDD-0E353CE6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8C4ED-09AD-DFB1-DB5C-275ED1E0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38339-EFBD-5B7E-2FDB-D1599B22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6672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06C0-48A3-0DDD-2FB6-61F3773D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4453B-5AC8-B585-ADE8-838139DB2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C7218-6827-A286-422E-A2BA2BEF1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33FB3-ADFE-6F60-D040-04BCB0D16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06A47-BB07-A899-9853-A464C2B4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5774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3D74-438A-6969-47FB-9EE02C2B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36592-2F86-BB60-6897-14B5FD39D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C371-10C7-2620-B641-4CC3DC296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87D46-55BD-687B-5310-ED479FAA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2C3E8-EBB4-E82F-1563-24A51B98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1F5CF-D63A-0B0B-325B-40C713A8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6955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F84B-8A23-B26E-B816-F828FB191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8C393-3D97-DED4-3BC3-0638511E7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1A318-4FD0-2E7F-F410-23D777422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182F3-314D-DBBE-D8E8-4CF85AC5B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8B4CC1-AFAF-FAD2-37FC-873758776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551118-4FC2-B1C4-56BC-831584CB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02337-4D1A-2227-8C40-C543B40C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633669-306E-E479-B9DB-D64AA5FA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90046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0953-061D-2547-3A53-0F3C6850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544EED-E298-378B-826F-25B8C324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07D2C-5396-8534-0AAA-92B41E9B8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68BC4-AFAA-5D30-9213-2A5A8014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16384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15204-3492-E961-3A8F-DD9B517F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65D91C-53C2-3389-11F8-5B896B71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CC86C-7D7B-C540-4492-C3796D4A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8089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119E-229A-AD60-07FF-4A78E8A9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3014E-3640-7C65-E393-A2346B371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52BC3-6BE5-149B-B6E6-32CF5D65E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69AE4-EFE7-E919-79C5-DFA951D9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E8543-3618-56C5-28B7-D0957B026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2D0E6-D736-1895-0077-5A1832C4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1200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4EBA-0E56-CCD5-E355-E20DABC3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CD447-609D-7E02-DCD1-EB4F2DC7F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12E22-1677-9AA2-DA94-86C8D31E0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45500-B723-7ED5-94D0-E2FFA12D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FE648-7799-1853-3563-B85F1581E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9AF70-75D5-930D-F6A2-2A7E46EFF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336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9E53-6561-615D-A88C-2003A24DD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BAD15-55DA-ED24-5051-F7AFF5A34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3A60-EAA7-FBB1-899E-1759EBED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E3D66-DAEA-4CBC-6EAF-475EBBC36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BAD03-CDCE-4CED-450B-439CE007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22620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703566-083A-8D23-C6D1-DBE21515D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DACF3-A5CE-A452-79C2-06613C4B8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C615B-66C7-85F1-4DB1-A78A5242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80531-1946-474F-A1EA-FB0969F17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33034-15D5-6FE3-AB1B-51B4EC28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52015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E5834-9B98-C004-34F9-B5D9F01D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90A1C-6F16-B35A-65A1-CFEAC9219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C7415-7AFE-FB44-304C-9379D2B85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22EAD-2CA4-F443-AFAA-0859747AEA17}" type="datetimeFigureOut">
              <a:rPr lang="en-FR" smtClean="0"/>
              <a:t>02/11/2025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1358-4875-4B20-9DC1-2941AF0F0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EF9CC-5B04-962A-C4DC-3F4EF728D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839D8-F7C9-484F-982A-1A6860D3F36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8120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B1D46D-8F54-A3B7-A8C4-0280AFF995A7}"/>
              </a:ext>
            </a:extLst>
          </p:cNvPr>
          <p:cNvSpPr txBox="1"/>
          <p:nvPr/>
        </p:nvSpPr>
        <p:spPr>
          <a:xfrm>
            <a:off x="5385833" y="792979"/>
            <a:ext cx="210524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hy_si_dimensions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6A3BD6-2CBF-6487-5626-E9AA33B54A18}"/>
              </a:ext>
            </a:extLst>
          </p:cNvPr>
          <p:cNvSpPr txBox="1"/>
          <p:nvPr/>
        </p:nvSpPr>
        <p:spPr>
          <a:xfrm>
            <a:off x="4271629" y="1794092"/>
            <a:ext cx="13769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hy_si_units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A2675-7C8E-6E20-FB5A-F48E0776D278}"/>
              </a:ext>
            </a:extLst>
          </p:cNvPr>
          <p:cNvSpPr txBox="1"/>
          <p:nvPr/>
        </p:nvSpPr>
        <p:spPr>
          <a:xfrm>
            <a:off x="3907465" y="2810903"/>
            <a:ext cx="210524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hy_si_base_units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123D82-73BE-4749-5C69-B12C0391D401}"/>
              </a:ext>
            </a:extLst>
          </p:cNvPr>
          <p:cNvSpPr txBox="1"/>
          <p:nvPr/>
        </p:nvSpPr>
        <p:spPr>
          <a:xfrm>
            <a:off x="850993" y="2810903"/>
            <a:ext cx="18217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hy_length_units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AA9551-29F9-A0AA-455E-210EEC0EF535}"/>
              </a:ext>
            </a:extLst>
          </p:cNvPr>
          <p:cNvSpPr txBox="1"/>
          <p:nvPr/>
        </p:nvSpPr>
        <p:spPr>
          <a:xfrm>
            <a:off x="3423683" y="3828083"/>
            <a:ext cx="307280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hy_si_named_ derived_units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A97BD-A69C-8913-5485-A459E7BF24F4}"/>
              </a:ext>
            </a:extLst>
          </p:cNvPr>
          <p:cNvSpPr txBox="1"/>
          <p:nvPr/>
        </p:nvSpPr>
        <p:spPr>
          <a:xfrm>
            <a:off x="7231914" y="3180235"/>
            <a:ext cx="28477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hy_si_other_derived_units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1740D0-9E6F-FF6B-946C-9F20F241DD0C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4960087" y="1162311"/>
            <a:ext cx="1478369" cy="631781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2A2935-12DC-9F13-C88D-404CCB569057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H="1" flipV="1">
            <a:off x="4960087" y="2163424"/>
            <a:ext cx="1" cy="64747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5B4402-7464-EB58-CC67-FB94EFB0145B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4960088" y="3180235"/>
            <a:ext cx="0" cy="64784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C2CA289-6A6D-C915-E130-EF4C624DECFA}"/>
              </a:ext>
            </a:extLst>
          </p:cNvPr>
          <p:cNvSpPr txBox="1"/>
          <p:nvPr/>
        </p:nvSpPr>
        <p:spPr>
          <a:xfrm>
            <a:off x="5817180" y="139371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uses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5FDAD1-DC25-9A9C-B796-C1F8386A07B8}"/>
              </a:ext>
            </a:extLst>
          </p:cNvPr>
          <p:cNvSpPr txBox="1"/>
          <p:nvPr/>
        </p:nvSpPr>
        <p:spPr>
          <a:xfrm>
            <a:off x="5031034" y="230035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uses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4E943A-ED41-3FAD-8CD9-EA539CA00211}"/>
              </a:ext>
            </a:extLst>
          </p:cNvPr>
          <p:cNvSpPr txBox="1"/>
          <p:nvPr/>
        </p:nvSpPr>
        <p:spPr>
          <a:xfrm>
            <a:off x="4960087" y="3350351"/>
            <a:ext cx="97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extends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470097-24B0-6277-7603-1E186067AEDB}"/>
              </a:ext>
            </a:extLst>
          </p:cNvPr>
          <p:cNvSpPr txBox="1"/>
          <p:nvPr/>
        </p:nvSpPr>
        <p:spPr>
          <a:xfrm>
            <a:off x="2754998" y="2637965"/>
            <a:ext cx="97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extends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04EEA5-0B47-88F9-9BB8-01F938F03555}"/>
              </a:ext>
            </a:extLst>
          </p:cNvPr>
          <p:cNvSpPr txBox="1"/>
          <p:nvPr/>
        </p:nvSpPr>
        <p:spPr>
          <a:xfrm>
            <a:off x="6745364" y="3719683"/>
            <a:ext cx="97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extends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445DA4-1245-8A9E-D248-139E404EC970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2672705" y="2995569"/>
            <a:ext cx="123476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419342-2780-E370-9F62-DD0F935E3070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 flipV="1">
            <a:off x="6012711" y="2995569"/>
            <a:ext cx="1219203" cy="3693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C2898CD-8286-99F9-0CE5-25F9EFC66461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>
            <a:off x="6496492" y="3364901"/>
            <a:ext cx="735422" cy="64784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68A9A47-CB71-556F-30ED-3F3BB4D643D0}"/>
              </a:ext>
            </a:extLst>
          </p:cNvPr>
          <p:cNvSpPr txBox="1"/>
          <p:nvPr/>
        </p:nvSpPr>
        <p:spPr>
          <a:xfrm>
            <a:off x="6347139" y="2810903"/>
            <a:ext cx="97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extends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C55A95-AC8F-46EB-C9B2-77BD97B0B6BE}"/>
              </a:ext>
            </a:extLst>
          </p:cNvPr>
          <p:cNvSpPr txBox="1"/>
          <p:nvPr/>
        </p:nvSpPr>
        <p:spPr>
          <a:xfrm>
            <a:off x="1583363" y="792979"/>
            <a:ext cx="303249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hy_floating_point_numbers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BEEE1A7-EB51-0677-CD32-A3FC19C07586}"/>
              </a:ext>
            </a:extLst>
          </p:cNvPr>
          <p:cNvCxnSpPr>
            <a:cxnSpLocks/>
            <a:stCxn id="7" idx="0"/>
            <a:endCxn id="47" idx="2"/>
          </p:cNvCxnSpPr>
          <p:nvPr/>
        </p:nvCxnSpPr>
        <p:spPr>
          <a:xfrm flipH="1" flipV="1">
            <a:off x="3099611" y="1162311"/>
            <a:ext cx="1860476" cy="631781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89DDBDA-0339-F62B-7984-472F18D8977D}"/>
              </a:ext>
            </a:extLst>
          </p:cNvPr>
          <p:cNvSpPr txBox="1"/>
          <p:nvPr/>
        </p:nvSpPr>
        <p:spPr>
          <a:xfrm>
            <a:off x="3041117" y="130138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uses</a:t>
            </a:r>
          </a:p>
        </p:txBody>
      </p:sp>
    </p:spTree>
    <p:extLst>
      <p:ext uri="{BB962C8B-B14F-4D97-AF65-F5344CB8AC3E}">
        <p14:creationId xmlns:p14="http://schemas.microsoft.com/office/powerpoint/2010/main" val="158300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ADBB1-9E84-7630-6151-A7E6F6A14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900767-3FC1-CDDA-2D70-18669BA22932}"/>
              </a:ext>
            </a:extLst>
          </p:cNvPr>
          <p:cNvSpPr txBox="1"/>
          <p:nvPr/>
        </p:nvSpPr>
        <p:spPr>
          <a:xfrm>
            <a:off x="5385833" y="792979"/>
            <a:ext cx="210524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hy_si_dimensions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486BEF-9AE7-076F-4A64-9C4BD19B5BA0}"/>
              </a:ext>
            </a:extLst>
          </p:cNvPr>
          <p:cNvSpPr txBox="1"/>
          <p:nvPr/>
        </p:nvSpPr>
        <p:spPr>
          <a:xfrm>
            <a:off x="4271629" y="1794092"/>
            <a:ext cx="13769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hy_si_units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C9A270-4AB6-2778-1FB1-8C2265E9E506}"/>
              </a:ext>
            </a:extLst>
          </p:cNvPr>
          <p:cNvSpPr txBox="1"/>
          <p:nvPr/>
        </p:nvSpPr>
        <p:spPr>
          <a:xfrm>
            <a:off x="3907465" y="2810903"/>
            <a:ext cx="210524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hy_si_base_units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19968-FF58-DB09-D690-FE322C34A4BF}"/>
              </a:ext>
            </a:extLst>
          </p:cNvPr>
          <p:cNvSpPr txBox="1"/>
          <p:nvPr/>
        </p:nvSpPr>
        <p:spPr>
          <a:xfrm>
            <a:off x="850993" y="2810903"/>
            <a:ext cx="18217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hy_length_units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347A0B-B5AD-F3EA-049D-54E9A4325F77}"/>
              </a:ext>
            </a:extLst>
          </p:cNvPr>
          <p:cNvSpPr txBox="1"/>
          <p:nvPr/>
        </p:nvSpPr>
        <p:spPr>
          <a:xfrm>
            <a:off x="3423683" y="3828083"/>
            <a:ext cx="307280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hy_si_named_ derived_units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679BF3-C083-DC44-1514-0AF49ECF3D91}"/>
              </a:ext>
            </a:extLst>
          </p:cNvPr>
          <p:cNvSpPr txBox="1"/>
          <p:nvPr/>
        </p:nvSpPr>
        <p:spPr>
          <a:xfrm>
            <a:off x="7231914" y="3180235"/>
            <a:ext cx="2847752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hy_si_other_derived_units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5BC03E-7BCB-79EB-2771-0F4720F0D674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4960087" y="1162311"/>
            <a:ext cx="1478369" cy="631781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CF12A4-9178-90DF-D68A-63A08A04B9E4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H="1" flipV="1">
            <a:off x="4960087" y="2163424"/>
            <a:ext cx="1" cy="64747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819C9AB-6552-E6E1-6F37-621F9EC88EA6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4960088" y="3180235"/>
            <a:ext cx="0" cy="64784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7B81A72-4190-B369-CA60-88D24E584414}"/>
              </a:ext>
            </a:extLst>
          </p:cNvPr>
          <p:cNvSpPr txBox="1"/>
          <p:nvPr/>
        </p:nvSpPr>
        <p:spPr>
          <a:xfrm>
            <a:off x="5817180" y="139371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uses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13C24B-8DFD-90C8-D5E8-B9F7ADE14F8A}"/>
              </a:ext>
            </a:extLst>
          </p:cNvPr>
          <p:cNvSpPr txBox="1"/>
          <p:nvPr/>
        </p:nvSpPr>
        <p:spPr>
          <a:xfrm>
            <a:off x="5031034" y="230035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uses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AE438C-8F80-A8F9-DCC2-0D951F964437}"/>
              </a:ext>
            </a:extLst>
          </p:cNvPr>
          <p:cNvSpPr txBox="1"/>
          <p:nvPr/>
        </p:nvSpPr>
        <p:spPr>
          <a:xfrm>
            <a:off x="4960087" y="3350351"/>
            <a:ext cx="97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extends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ADB6C7-8BA0-D1D1-F12A-176D7D0FAE65}"/>
              </a:ext>
            </a:extLst>
          </p:cNvPr>
          <p:cNvSpPr txBox="1"/>
          <p:nvPr/>
        </p:nvSpPr>
        <p:spPr>
          <a:xfrm>
            <a:off x="2754998" y="2637965"/>
            <a:ext cx="97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extends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A555EF-BDEB-4E7C-FE43-22BFFC56EF49}"/>
              </a:ext>
            </a:extLst>
          </p:cNvPr>
          <p:cNvSpPr txBox="1"/>
          <p:nvPr/>
        </p:nvSpPr>
        <p:spPr>
          <a:xfrm>
            <a:off x="6745364" y="3719683"/>
            <a:ext cx="97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extends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0B8F8F-CBD0-C33A-0B5F-6865DCC9505C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2672705" y="2995569"/>
            <a:ext cx="123476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0ED6A9-5E7B-4130-4912-AFD7638AE38E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 flipV="1">
            <a:off x="6012711" y="2995569"/>
            <a:ext cx="1219203" cy="3693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51CCC5-465F-F7D9-2FAF-7D56FFCD7EF3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>
            <a:off x="6496492" y="3364901"/>
            <a:ext cx="735422" cy="64784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C46682-6744-F469-0650-4C26C098A4E4}"/>
              </a:ext>
            </a:extLst>
          </p:cNvPr>
          <p:cNvSpPr txBox="1"/>
          <p:nvPr/>
        </p:nvSpPr>
        <p:spPr>
          <a:xfrm>
            <a:off x="6347139" y="2810903"/>
            <a:ext cx="97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extends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E62D44-800B-6318-3358-F61451614A7B}"/>
              </a:ext>
            </a:extLst>
          </p:cNvPr>
          <p:cNvSpPr txBox="1"/>
          <p:nvPr/>
        </p:nvSpPr>
        <p:spPr>
          <a:xfrm>
            <a:off x="1583363" y="792979"/>
            <a:ext cx="303249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FR" dirty="0"/>
              <a:t>hy_floating_point_numbers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C709BFF-862C-A1F5-55E4-7EAD4F0788BC}"/>
              </a:ext>
            </a:extLst>
          </p:cNvPr>
          <p:cNvCxnSpPr>
            <a:cxnSpLocks/>
            <a:stCxn id="7" idx="0"/>
            <a:endCxn id="47" idx="2"/>
          </p:cNvCxnSpPr>
          <p:nvPr/>
        </p:nvCxnSpPr>
        <p:spPr>
          <a:xfrm flipH="1" flipV="1">
            <a:off x="3099611" y="1162311"/>
            <a:ext cx="1860476" cy="631781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BD30254-9E6A-C768-B9DA-F46C9D1E0497}"/>
              </a:ext>
            </a:extLst>
          </p:cNvPr>
          <p:cNvSpPr txBox="1"/>
          <p:nvPr/>
        </p:nvSpPr>
        <p:spPr>
          <a:xfrm>
            <a:off x="3041117" y="130138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uses</a:t>
            </a:r>
          </a:p>
        </p:txBody>
      </p:sp>
    </p:spTree>
    <p:extLst>
      <p:ext uri="{BB962C8B-B14F-4D97-AF65-F5344CB8AC3E}">
        <p14:creationId xmlns:p14="http://schemas.microsoft.com/office/powerpoint/2010/main" val="168533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122</Words>
  <Application>Microsoft Macintosh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Idir Ait Sadoune</dc:creator>
  <cp:lastModifiedBy>Idir Ait Sadoune</cp:lastModifiedBy>
  <cp:revision>4</cp:revision>
  <dcterms:created xsi:type="dcterms:W3CDTF">2025-07-02T08:49:25Z</dcterms:created>
  <dcterms:modified xsi:type="dcterms:W3CDTF">2025-11-02T21:44:22Z</dcterms:modified>
</cp:coreProperties>
</file>